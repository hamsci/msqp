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8" r:id="rId4"/>
    <p:sldId id="547" r:id="rId5"/>
    <p:sldId id="539" r:id="rId6"/>
    <p:sldId id="548" r:id="rId7"/>
    <p:sldId id="550" r:id="rId8"/>
    <p:sldId id="551" r:id="rId9"/>
    <p:sldId id="542" r:id="rId10"/>
    <p:sldId id="544" r:id="rId11"/>
    <p:sldId id="538" r:id="rId12"/>
    <p:sldId id="541" r:id="rId13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F297F-1086-4C40-B6AE-D08D8685D6C2}" v="1" dt="2026-10-07T15:33:41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undo custSel addSld delSld modSld sldOrd">
      <pc:chgData name="Rob Suggs" userId="2bb4e71def27aae0" providerId="LiveId" clId="{FA8263B0-A54B-464D-8B57-E62DDB4ABA2A}" dt="2026-10-28T16:22:41.020" v="600" actId="47"/>
      <pc:docMkLst>
        <pc:docMk/>
      </pc:docMkLst>
      <pc:sldChg chg="modSp mod">
        <pc:chgData name="Rob Suggs" userId="2bb4e71def27aae0" providerId="LiveId" clId="{FA8263B0-A54B-464D-8B57-E62DDB4ABA2A}" dt="2026-10-12T20:55:42.687" v="183" actId="2057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10-12T20:55:42.687" v="183" actId="20577"/>
          <ac:spMkLst>
            <pc:docMk/>
            <pc:sldMk cId="0" sldId="258"/>
            <ac:spMk id="3" creationId="{8779EF85-77AB-1B4A-46CE-8F0C5CFA57E5}"/>
          </ac:spMkLst>
        </pc:spChg>
      </pc:sldChg>
      <pc:sldChg chg="ord">
        <pc:chgData name="Rob Suggs" userId="2bb4e71def27aae0" providerId="LiveId" clId="{FA8263B0-A54B-464D-8B57-E62DDB4ABA2A}" dt="2026-10-12T20:56:28.095" v="189"/>
        <pc:sldMkLst>
          <pc:docMk/>
          <pc:sldMk cId="3970252200" sldId="542"/>
        </pc:sldMkLst>
      </pc:sldChg>
      <pc:sldChg chg="modSp mod ord modShow">
        <pc:chgData name="Rob Suggs" userId="2bb4e71def27aae0" providerId="LiveId" clId="{FA8263B0-A54B-464D-8B57-E62DDB4ABA2A}" dt="2026-10-12T21:07:44.421" v="598" actId="20577"/>
        <pc:sldMkLst>
          <pc:docMk/>
          <pc:sldMk cId="3216765036" sldId="544"/>
        </pc:sldMkLst>
        <pc:spChg chg="mod">
          <ac:chgData name="Rob Suggs" userId="2bb4e71def27aae0" providerId="LiveId" clId="{FA8263B0-A54B-464D-8B57-E62DDB4ABA2A}" dt="2026-10-12T21:07:44.421" v="598" actId="20577"/>
          <ac:spMkLst>
            <pc:docMk/>
            <pc:sldMk cId="3216765036" sldId="544"/>
            <ac:spMk id="2" creationId="{54443DD1-C7CB-1B7D-3CD5-BD2B4415F85D}"/>
          </ac:spMkLst>
        </pc:spChg>
        <pc:spChg chg="mod">
          <ac:chgData name="Rob Suggs" userId="2bb4e71def27aae0" providerId="LiveId" clId="{FA8263B0-A54B-464D-8B57-E62DDB4ABA2A}" dt="2026-10-12T21:07:23.094" v="585" actId="20577"/>
          <ac:spMkLst>
            <pc:docMk/>
            <pc:sldMk cId="3216765036" sldId="544"/>
            <ac:spMk id="4" creationId="{C75BB1DC-7439-028E-2A1A-DC9A3866E42C}"/>
          </ac:spMkLst>
        </pc:spChg>
      </pc:sldChg>
      <pc:sldChg chg="del">
        <pc:chgData name="Rob Suggs" userId="2bb4e71def27aae0" providerId="LiveId" clId="{FA8263B0-A54B-464D-8B57-E62DDB4ABA2A}" dt="2026-10-28T16:22:39.728" v="599" actId="47"/>
        <pc:sldMkLst>
          <pc:docMk/>
          <pc:sldMk cId="1883344370" sldId="545"/>
        </pc:sldMkLst>
      </pc:sldChg>
      <pc:sldChg chg="del ord">
        <pc:chgData name="Rob Suggs" userId="2bb4e71def27aae0" providerId="LiveId" clId="{FA8263B0-A54B-464D-8B57-E62DDB4ABA2A}" dt="2026-10-28T16:22:41.020" v="600" actId="47"/>
        <pc:sldMkLst>
          <pc:docMk/>
          <pc:sldMk cId="2908681090" sldId="546"/>
        </pc:sldMkLst>
      </pc:sldChg>
      <pc:sldChg chg="modSp add mod">
        <pc:chgData name="Rob Suggs" userId="2bb4e71def27aae0" providerId="LiveId" clId="{FA8263B0-A54B-464D-8B57-E62DDB4ABA2A}" dt="2026-10-12T20:56:51.282" v="212" actId="20577"/>
        <pc:sldMkLst>
          <pc:docMk/>
          <pc:sldMk cId="3059897206" sldId="548"/>
        </pc:sldMkLst>
        <pc:spChg chg="mod">
          <ac:chgData name="Rob Suggs" userId="2bb4e71def27aae0" providerId="LiveId" clId="{FA8263B0-A54B-464D-8B57-E62DDB4ABA2A}" dt="2026-10-12T20:56:51.282" v="212" actId="20577"/>
          <ac:spMkLst>
            <pc:docMk/>
            <pc:sldMk cId="3059897206" sldId="548"/>
            <ac:spMk id="2" creationId="{3F74D3E0-1F39-C8DC-3383-45C7EECD280C}"/>
          </ac:spMkLst>
        </pc:spChg>
      </pc:sldChg>
      <pc:sldChg chg="modSp add mod">
        <pc:chgData name="Rob Suggs" userId="2bb4e71def27aae0" providerId="LiveId" clId="{FA8263B0-A54B-464D-8B57-E62DDB4ABA2A}" dt="2026-10-12T20:57:47.831" v="256" actId="20577"/>
        <pc:sldMkLst>
          <pc:docMk/>
          <pc:sldMk cId="3736236783" sldId="550"/>
        </pc:sldMkLst>
        <pc:spChg chg="mod">
          <ac:chgData name="Rob Suggs" userId="2bb4e71def27aae0" providerId="LiveId" clId="{FA8263B0-A54B-464D-8B57-E62DDB4ABA2A}" dt="2026-10-12T20:57:47.831" v="256" actId="20577"/>
          <ac:spMkLst>
            <pc:docMk/>
            <pc:sldMk cId="3736236783" sldId="550"/>
            <ac:spMk id="2" creationId="{65000763-7B1F-73FE-180E-CFCC3DBF995A}"/>
          </ac:spMkLst>
        </pc:spChg>
      </pc:sldChg>
      <pc:sldChg chg="modSp add mod">
        <pc:chgData name="Rob Suggs" userId="2bb4e71def27aae0" providerId="LiveId" clId="{FA8263B0-A54B-464D-8B57-E62DDB4ABA2A}" dt="2026-10-12T20:58:48.723" v="303" actId="20577"/>
        <pc:sldMkLst>
          <pc:docMk/>
          <pc:sldMk cId="4228290584" sldId="551"/>
        </pc:sldMkLst>
        <pc:spChg chg="mod">
          <ac:chgData name="Rob Suggs" userId="2bb4e71def27aae0" providerId="LiveId" clId="{FA8263B0-A54B-464D-8B57-E62DDB4ABA2A}" dt="2026-10-12T20:58:48.723" v="303" actId="20577"/>
          <ac:spMkLst>
            <pc:docMk/>
            <pc:sldMk cId="4228290584" sldId="551"/>
            <ac:spMk id="2" creationId="{B65733D4-0EF3-A566-45B2-5284CAB6BA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10/28/2026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mSCI/ai_project_template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Oct 14,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Capstone Projects Status – ?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SIGMOND Meteor Scatter software testing – Robert Hipple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Meteor trail geometry visualization tool – Tom McMahon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Status of CW beacon testing – Jay Wilson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N4WLO beacon system – Tim Urban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MIT meteor radar – Volz/MITLL/Haystack - 21 Oct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1800" dirty="0">
                <a:solidFill>
                  <a:schemeClr val="bg1"/>
                </a:solidFill>
              </a:rPr>
              <a:t>Scattering geometry – Suggs – Nov 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Sporadic modeling/Meteoroid Engineering Model – Cooke/MEO – Nov 18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CMOR radar – Brown/UWO – Dec 1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Shower modeling – Cooke/MEO – Dec 16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PHARLAP/</a:t>
            </a:r>
            <a:r>
              <a:rPr lang="en-US" sz="1800" dirty="0" err="1">
                <a:solidFill>
                  <a:schemeClr val="bg1"/>
                </a:solidFill>
              </a:rPr>
              <a:t>PyLAP</a:t>
            </a:r>
            <a:r>
              <a:rPr lang="en-US" sz="1800" dirty="0">
                <a:solidFill>
                  <a:schemeClr val="bg1"/>
                </a:solidFill>
              </a:rPr>
              <a:t> capabilities – Hozumi – Jan 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Suggestions for future topics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9C48A-02EC-F417-DA44-6E19BA98217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33984" y="1609344"/>
            <a:ext cx="10972320" cy="4809744"/>
          </a:xfrm>
        </p:spPr>
        <p:txBody>
          <a:bodyPr/>
          <a:lstStyle/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48341"/>
              </p:ext>
            </p:extLst>
          </p:nvPr>
        </p:nvGraphicFramePr>
        <p:xfrm>
          <a:off x="752761" y="863600"/>
          <a:ext cx="9873488" cy="607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Present summary of student work on sporadic meteoroid comm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98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Chip Sufitchi/Jay Wilson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Email Rob the SARA proposal for CW transmitter. Rob will put on </a:t>
                      </a:r>
                      <a:r>
                        <a:rPr lang="en-US" sz="140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Github</a:t>
                      </a:r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9/9</a:t>
                      </a:r>
                    </a:p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Updated 9/15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1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Talk to </a:t>
                      </a: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HamSCI</a:t>
                      </a:r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Ray Tracing group about meteor scatter application and possible Faraday rotation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32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Provide Chinese paper on meteor ionization trail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Setup Teams meeting series for future MSWG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72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Read content of </a:t>
                      </a:r>
                      <a:r>
                        <a:rPr lang="en-US" sz="1400" dirty="0" err="1"/>
                        <a:t>ai_project_template</a:t>
                      </a:r>
                      <a:r>
                        <a:rPr lang="en-US" sz="1400" dirty="0"/>
                        <a:t> </a:t>
                      </a:r>
                    </a:p>
                    <a:p>
                      <a:r>
                        <a:rPr lang="en-US" sz="1400" dirty="0">
                          <a:hlinkClick r:id="rId2"/>
                        </a:rPr>
                        <a:t>https://github.com/HamSCI/ai_project_template</a:t>
                      </a:r>
                      <a:r>
                        <a:rPr lang="en-US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7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Send McKinley chapters to </a:t>
                      </a:r>
                      <a:r>
                        <a:rPr lang="en-US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Kukkai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9/24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53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 GitHub doc repository private </a:t>
                      </a:r>
                      <a:r>
                        <a:rPr lang="en-US" sz="1400"/>
                        <a:t>– removed </a:t>
                      </a:r>
                      <a:r>
                        <a:rPr lang="en-US" sz="1400" dirty="0"/>
                        <a:t>copyrighted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Report on testing of SIGMOND Meteor Scatter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65E3-E399-67EF-B6C9-17D5CE42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D3E0-1F39-C8DC-3383-45C7EECD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Capstone project status</a:t>
            </a:r>
          </a:p>
        </p:txBody>
      </p:sp>
    </p:spTree>
    <p:extLst>
      <p:ext uri="{BB962C8B-B14F-4D97-AF65-F5344CB8AC3E}">
        <p14:creationId xmlns:p14="http://schemas.microsoft.com/office/powerpoint/2010/main" val="305989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2B81-FE5F-D0A5-4CD9-479CD1E1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0763-7B1F-73FE-180E-CFCC3DB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SIGMOND meteor scatter module testing</a:t>
            </a:r>
          </a:p>
        </p:txBody>
      </p:sp>
    </p:spTree>
    <p:extLst>
      <p:ext uri="{BB962C8B-B14F-4D97-AF65-F5344CB8AC3E}">
        <p14:creationId xmlns:p14="http://schemas.microsoft.com/office/powerpoint/2010/main" val="373623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CD30-C8C3-BD03-C4B3-828340D3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33D4-0EF3-A566-45B2-5284CAB6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Meteor trail geometry visualization tool</a:t>
            </a:r>
          </a:p>
        </p:txBody>
      </p:sp>
    </p:spTree>
    <p:extLst>
      <p:ext uri="{BB962C8B-B14F-4D97-AF65-F5344CB8AC3E}">
        <p14:creationId xmlns:p14="http://schemas.microsoft.com/office/powerpoint/2010/main" val="422829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Wilson - CW Beacon Testing</a:t>
            </a:r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BB1B1-43BF-40F9-455F-27C90E82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3DD1-C7CB-1B7D-3CD5-BD2B4415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N4WLO </a:t>
            </a:r>
            <a:r>
              <a:rPr lang="en-US">
                <a:solidFill>
                  <a:schemeClr val="bg1"/>
                </a:solidFill>
              </a:rPr>
              <a:t>Beacons EM50uo – Tim Urban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B1DC-7439-028E-2A1A-DC9A3866E42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599" y="1604520"/>
            <a:ext cx="11136923" cy="5101080"/>
          </a:xfrm>
        </p:spPr>
        <p:txBody>
          <a:bodyPr>
            <a:normAutofit/>
          </a:bodyPr>
          <a:lstStyle/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50.218600  MHz USB audio 1500 Hz Carrier  2 element Yagi at 11 ft  pointed at 20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GPSDO</a:t>
            </a:r>
          </a:p>
          <a:p>
            <a:pPr marL="1080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50.230000  MHz USB MSK144  3 element Yagi at 11 ft pointed at 20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Not GPSDO</a:t>
            </a:r>
          </a:p>
          <a:p>
            <a:pPr marL="1080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28.19900  MHz USB  audio 1500 Hz  FT8 and CW Moxon 70 ft pointed at 200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Not GPSDO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FT8 followed by CW (N4WLO) every 5 mins (0,5,10,15,20,25,30,35,40,45,50 and 55)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     Seconds 00 to 15  FT8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    Plan to return to transmitting GPS PPS also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    </a:t>
            </a:r>
            <a:endParaRPr lang="en-US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Info from email from Tim Urban 12 Oct 2026.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6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4403</TotalTime>
  <Words>665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HamSCI Meteor Scatter Working Group   Oct 14, 2026</vt:lpstr>
      <vt:lpstr>PowerPoint Presentation</vt:lpstr>
      <vt:lpstr>Announcements</vt:lpstr>
      <vt:lpstr>Action Item Review</vt:lpstr>
      <vt:lpstr>Capstone project status</vt:lpstr>
      <vt:lpstr>SIGMOND meteor scatter module testing</vt:lpstr>
      <vt:lpstr>Meteor trail geometry visualization tool</vt:lpstr>
      <vt:lpstr>Wilson - CW Beacon Testing</vt:lpstr>
      <vt:lpstr>N4WLO Beacons EM50uo – Tim Urban</vt:lpstr>
      <vt:lpstr>Homework – Read/view the following</vt:lpstr>
      <vt:lpstr>Backup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6</cp:revision>
  <cp:lastPrinted>2000-08-10T15:04:34Z</cp:lastPrinted>
  <dcterms:created xsi:type="dcterms:W3CDTF">1997-05-08T12:17:31Z</dcterms:created>
  <dcterms:modified xsi:type="dcterms:W3CDTF">2026-10-28T16:22:41Z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